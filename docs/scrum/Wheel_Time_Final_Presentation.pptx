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08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Wheel Time as a launcher that brings fast actions into one radial interface. Keep the title slide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app is useful beyond games: it reduces friction and memory load for repeated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user flow. This slide explains the what/how before jumping into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goals to outcomes. Mention that the team kept the MVP focused first and then added configurability/search.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both final product challenges and development process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introduce the demo. If the team has a video, link it in PowerPoint or switch to it from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main modules: menu actions, scheduler, GUI states, and platform layer. Point to the architecture diagram from the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logo soup. Explain what each technology did in the system, as the outline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additions/deviations: research spikes, rotating scrum master, and board adjustments as the team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a quick reflection. Keep it honest but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addresses what worked, what did not, and what the team would do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release summary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802880" y="0"/>
            <a:ext cx="4389120" cy="4389120"/>
          </a:xfrm>
          <a:prstGeom prst="arc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61832" y="777240"/>
            <a:ext cx="2834640" cy="2834640"/>
          </a:xfrm>
          <a:prstGeom prst="arc">
            <a:avLst/>
          </a:prstGeom>
          <a:noFill/>
          <a:ln w="12700">
            <a:solidFill>
              <a:srgbClr val="8B5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</a:rPr>
              <a:t>Wheel Time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BD5E1"/>
                </a:solidFill>
              </a:rPr>
              <a:t>A real-time radial launcher for fast actions, scripts, and hotkeys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188720" cy="347472"/>
          </a:xfrm>
          <a:prstGeom prst="roundRect">
            <a:avLst>
              <a:gd name="adj" fmla="val 2105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82934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Release 1.0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2743200"/>
            <a:ext cx="1097280" cy="347472"/>
          </a:xfrm>
          <a:prstGeom prst="roundRect">
            <a:avLst>
              <a:gd name="adj" fmla="val 2105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12848" y="282934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CSE 115A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743200"/>
            <a:ext cx="1005840" cy="347472"/>
          </a:xfrm>
          <a:prstGeom prst="roundRect">
            <a:avLst>
              <a:gd name="adj" fmla="val 2105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bg1">
                <a:alpha val="7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2831271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7/22/26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Team Wheelest Wheels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51023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Ronan Wong • Muneeb Syed • Ethan Jackson • Mithil Harish • Aedan Benavides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Why we built 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772733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8BDF8"/>
                </a:solidFill>
              </a:rPr>
              <a:t>The pain point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218998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Fast actions are scattered across hotkeys, scripts, desktop apps, and menus.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3519237"/>
            <a:ext cx="42976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CBD5E1"/>
                </a:solidFill>
              </a:rPr>
              <a:t>Gamers cannot pause to hunt for tools</a:t>
            </a:r>
            <a:endParaRPr lang="en-US" sz="1800" dirty="0"/>
          </a:p>
          <a:p>
            <a:r>
              <a:rPr lang="en-US" sz="1800" dirty="0">
                <a:solidFill>
                  <a:srgbClr val="CBD5E1"/>
                </a:solidFill>
              </a:rPr>
              <a:t>Power users forget rarely used hotkeys</a:t>
            </a:r>
            <a:endParaRPr lang="en-US" sz="1800" dirty="0"/>
          </a:p>
          <a:p>
            <a:r>
              <a:rPr lang="en-US" sz="1800" dirty="0">
                <a:solidFill>
                  <a:srgbClr val="CBD5E1"/>
                </a:solidFill>
              </a:rPr>
              <a:t>Existing launchers are often keyboard-first</a:t>
            </a:r>
            <a:endParaRPr lang="en-US" sz="1800" dirty="0"/>
          </a:p>
          <a:p>
            <a:r>
              <a:rPr lang="en-US" sz="1800" dirty="0">
                <a:solidFill>
                  <a:srgbClr val="CBD5E1"/>
                </a:solidFill>
              </a:rPr>
              <a:t>Visual actions should be one hotkey away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70448" y="161848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Intended users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0448" y="205740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Gamers, streamers, developers, and general users who want quick access to actions without leaving their current task.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0" y="29718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70448" y="317296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Opportunity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0448" y="361188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Make actions visual, searchable, and low-interruption. One quick menu instead of memorizing many shortcuts.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0" y="45262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0448" y="472744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Design target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70448" y="5166360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A lightweight radial menu that appears fast, runs the selected action, then gets out of the way.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What Wheel Time does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63040" y="2267712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2267712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32320" y="2267712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23760" y="24688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66960" y="2267712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0" y="24688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Open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54787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Global hotkey brings up a radial menu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Choose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354787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Click an action item or search for 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Run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354787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Launch apps, scripts, key presses, or sequences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Return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354787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Menu closes fast and gives focus back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94560" y="2587752"/>
            <a:ext cx="20116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0" y="2587752"/>
            <a:ext cx="20116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63840" y="2587752"/>
            <a:ext cx="201168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</a:rPr>
              <a:t>One visual interface for many actions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GOALS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Goals we set out to achieve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332720" cy="3840480"/>
        </p:xfrm>
        <a:graphic>
          <a:graphicData uri="http://schemas.openxmlformats.org/drawingml/2006/table">
            <a:tbl>
              <a:tblPr/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Functional radial launcher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apps, hotkeys, scripts, and sequences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latency / non-interruptive feel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Configurable actions/settings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Search for programs/actions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Achieved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Release 1.0 moved from prototype → usable launcher.</a:t>
            </a: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CHALLENGES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Biggest challenges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61848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05740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Separating GUI, action execution, scheduling, and platform APIs so the app could grow without becoming hardcoded.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44568" y="161848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Windows behavior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05740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Hotkeys, focus restoration, overlay rendering, and simulated input all depended on OS-level details.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955280" y="14173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56448" y="161848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56448" y="205740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Many features worked alone first; the hard part was making them work together through the radial menu.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011680" y="39319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12848" y="41330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Development process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12848" y="457200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Early tasks were too vague and ownership was not always clear, so sprint tracking improved over time.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9319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64808" y="41330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Testing GUI behavior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64808" y="4572000"/>
            <a:ext cx="3529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Some behavior required manual system tests because GUI/hotkey/focus behavior is difficult to unit test directly.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Live Demo!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1704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BD5E1"/>
                </a:solidFill>
              </a:rPr>
              <a:t>Launcher = UI + action system + scheduler + platform APIs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The diagram separates menus/actions, GUI states, scheduling, and platform-level input/execution.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F5667D-21BF-C20E-DB66-98CE4A230F1D}"/>
              </a:ext>
            </a:extLst>
          </p:cNvPr>
          <p:cNvSpPr/>
          <p:nvPr/>
        </p:nvSpPr>
        <p:spPr>
          <a:xfrm flipH="1">
            <a:off x="1499743" y="1653259"/>
            <a:ext cx="3995940" cy="42098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FCCEDD-9054-A0A3-78A9-500C490D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48" y="1743135"/>
            <a:ext cx="3830053" cy="40564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78FA944-CEDB-A045-62C6-42957773D8E2}"/>
              </a:ext>
            </a:extLst>
          </p:cNvPr>
          <p:cNvSpPr/>
          <p:nvPr/>
        </p:nvSpPr>
        <p:spPr>
          <a:xfrm flipH="1">
            <a:off x="5817268" y="2072804"/>
            <a:ext cx="4531695" cy="339711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A4F74A-8012-78C0-84E6-C6B901C58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760" y="2189997"/>
            <a:ext cx="4285683" cy="3154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Technologies and responsibilities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15270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Qt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1965960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GUI windows, radial menu, settings menu, search palette, visual button interactions.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5270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Windows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6008" y="1965960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Global hotkeys, input gathering, key simulation, app/script execution, window focus behavior.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92440" y="13258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93608" y="152704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C++ / CMake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3608" y="1965960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Core architecture, action abstractions, scheduler, build targets, integration between modules.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606040" y="37490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07208" y="39502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GitHub + Trello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07208" y="43891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Code collaboration, PRs, task tracking, sprint planning, docs, and issue/bug tracking.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7490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64808" y="395020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VS Code / Cursor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64808" y="438912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Development environment and support tools for navigating code and speeding up implementation.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PROCESS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Product management approach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12140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Sprints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56032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Four short sprints with planning, reports, burnup charts, and sprint goals.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44568" y="212140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Trello 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44568" y="256032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Columns for user stories, to do, in progress, blocked, testing, and done.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55280" y="192024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56448" y="212140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Rotating roles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56448" y="2560320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Scrum Master responsibility rotate while Product Owner kept product direction aligned.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011680" y="39319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12848" y="41330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Deviation from pure Scrum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12848" y="45720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We used research spikes heavily early on because Windows API, overlay behavior, and scheduler design had technical uncertainty.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64808" y="413308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What improved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64808" y="45720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Tasks became smaller, owners got clearer, and PRs/doc updates gave better evidence of work.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9">
            <a:extLst>
              <a:ext uri="{FF2B5EF4-FFF2-40B4-BE49-F238E27FC236}">
                <a16:creationId xmlns:a16="http://schemas.microsoft.com/office/drawing/2014/main" id="{6E95517B-A4F8-15F4-8AEC-558751533C9E}"/>
              </a:ext>
            </a:extLst>
          </p:cNvPr>
          <p:cNvSpPr/>
          <p:nvPr/>
        </p:nvSpPr>
        <p:spPr>
          <a:xfrm>
            <a:off x="6183028" y="1551111"/>
            <a:ext cx="5109812" cy="2501606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A0EE658B-A6C4-DC02-BE26-F3E9E62023E1}"/>
              </a:ext>
            </a:extLst>
          </p:cNvPr>
          <p:cNvSpPr/>
          <p:nvPr/>
        </p:nvSpPr>
        <p:spPr>
          <a:xfrm>
            <a:off x="655320" y="1551111"/>
            <a:ext cx="5109812" cy="2501606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REFLECTION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What we enjoyed… and not so much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1080" y="17556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>
                    <a:lumMod val="95000"/>
                  </a:schemeClr>
                </a:solidFill>
              </a:rPr>
              <a:t>Enjoyed</a:t>
            </a:r>
            <a:endParaRPr lang="en-US" sz="2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2520" y="1965960"/>
            <a:ext cx="43891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F8FAFC"/>
                </a:solidFill>
              </a:rPr>
              <a:t>- Using the app ourselves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</a:rPr>
              <a:t>- Seeing the radial menu become real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</a:rPr>
              <a:t>- Connecting UI buttons to real actions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</a:rPr>
              <a:t>- Solving OS-level problems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07480" y="17556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>
                    <a:lumMod val="95000"/>
                  </a:schemeClr>
                </a:solidFill>
              </a:rPr>
              <a:t>Did not enjoy</a:t>
            </a:r>
            <a:endParaRPr lang="en-US" sz="2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98920" y="1965960"/>
            <a:ext cx="43891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F8FAFC"/>
                </a:solidFill>
              </a:rPr>
              <a:t>- Debugging focus and hotkey edge cases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</a:rPr>
              <a:t>- Build/configuration friction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</a:rPr>
              <a:t>- Late task assignment pressure</a:t>
            </a:r>
            <a:endParaRPr lang="en-US" sz="2000" dirty="0"/>
          </a:p>
          <a:p>
            <a:r>
              <a:rPr lang="en-US" sz="2000" dirty="0">
                <a:solidFill>
                  <a:srgbClr val="F8FAFC"/>
                </a:solidFill>
              </a:rPr>
              <a:t>- Keeping docs updated while coding</a:t>
            </a:r>
            <a:endParaRPr lang="en-US" sz="20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88FEA34-9068-DBDC-70C6-AD90C5B508D2}"/>
              </a:ext>
            </a:extLst>
          </p:cNvPr>
          <p:cNvSpPr/>
          <p:nvPr/>
        </p:nvSpPr>
        <p:spPr>
          <a:xfrm>
            <a:off x="1005840" y="4981074"/>
            <a:ext cx="10058400" cy="9144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5257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Overall the project was hardest when hidden system behavior mattered more than normal app logic.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RETROSPECTIVE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Lessons learned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1746504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19476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Keep doing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2386584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Small PRs, regular check-ins, demo-driven goals, and keeping stretch features separated from required sprint work.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34840" y="1746504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9476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Stop doing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36008" y="2386584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Leaving tasks vague or unclaimed too long. It makes sprint progress harder to see and harder to prove. Late/no response. Meeting cancelations.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92440" y="1746504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172033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93608" y="194767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Start doing earlier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3608" y="2386584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Define architecture and interfaces sooner, write tests for core logic earlier, and document decisions while they are fresh.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88720" y="4251960"/>
            <a:ext cx="9784080" cy="9601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54480" y="455371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</a:rPr>
              <a:t>We learned that teamwork accelerates progress but increases chaos if communication isn’t treated with care.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20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WRAP-UP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</a:rPr>
              <a:t>Release 1.0 takeaway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Wheel Time • Release 1.0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38" y="2178919"/>
            <a:ext cx="380712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</a:rPr>
              <a:t>Wheel Time delivers: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399" y="2178919"/>
            <a:ext cx="5044440" cy="29489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100" dirty="0">
                <a:solidFill>
                  <a:srgbClr val="CBD5E1"/>
                </a:solidFill>
              </a:rPr>
              <a:t>Fast hotkey-open launcher</a:t>
            </a:r>
            <a:endParaRPr lang="en-US" sz="2100" dirty="0"/>
          </a:p>
          <a:p>
            <a:r>
              <a:rPr lang="en-US" sz="2100" dirty="0">
                <a:solidFill>
                  <a:srgbClr val="CBD5E1"/>
                </a:solidFill>
              </a:rPr>
              <a:t>Visual radial action menu</a:t>
            </a:r>
            <a:endParaRPr lang="en-US" sz="2100" dirty="0"/>
          </a:p>
          <a:p>
            <a:r>
              <a:rPr lang="en-US" sz="2100" dirty="0">
                <a:solidFill>
                  <a:srgbClr val="CBD5E1"/>
                </a:solidFill>
              </a:rPr>
              <a:t>Apps, scripts, hotkeys, sequences</a:t>
            </a:r>
            <a:endParaRPr lang="en-US" sz="2100" dirty="0"/>
          </a:p>
          <a:p>
            <a:r>
              <a:rPr lang="en-US" sz="2100" dirty="0">
                <a:solidFill>
                  <a:srgbClr val="CBD5E1"/>
                </a:solidFill>
              </a:rPr>
              <a:t>Settings and custom actions</a:t>
            </a:r>
            <a:endParaRPr lang="en-US" sz="2100" dirty="0"/>
          </a:p>
          <a:p>
            <a:r>
              <a:rPr lang="en-US" sz="2100" dirty="0">
                <a:solidFill>
                  <a:srgbClr val="CBD5E1"/>
                </a:solidFill>
              </a:rPr>
              <a:t>Search-based program/action launch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629400" y="1805940"/>
            <a:ext cx="4480560" cy="3063240"/>
          </a:xfrm>
          <a:prstGeom prst="roundRect">
            <a:avLst>
              <a:gd name="adj" fmla="val 5373"/>
            </a:avLst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86600" y="23088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BDF8"/>
                </a:solidFill>
              </a:rPr>
              <a:t>Q&amp;A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086600" y="3223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AFC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37261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</a:rPr>
              <a:t>Team Wheelest Wheels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1101</Words>
  <Application>Microsoft Office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CSE 115A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Wheel Time Final Presentation</dc:title>
  <dc:subject>Wheel Time Final Presentation</dc:subject>
  <dc:creator>Wheelest Wheels</dc:creator>
  <cp:lastModifiedBy>Muneeb Uddin Ahmed Syed</cp:lastModifiedBy>
  <cp:revision>2</cp:revision>
  <dcterms:created xsi:type="dcterms:W3CDTF">2026-07-20T17:07:44Z</dcterms:created>
  <dcterms:modified xsi:type="dcterms:W3CDTF">2026-07-20T17:52:06Z</dcterms:modified>
</cp:coreProperties>
</file>